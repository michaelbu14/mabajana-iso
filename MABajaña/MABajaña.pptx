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2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FDF5C-94B2-4254-85FC-2941B6AD216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76E38-7D9F-43C3-9EE4-7A378B102BD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838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Sale dos veces zip porque lo he puesto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76E38-7D9F-43C3-9EE4-7A378B102BD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621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AC942-C832-91CC-C974-106ACA8F9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87E12A-9A70-4147-F296-1C9925581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F5B54-1980-B7EB-62D9-4D999ADF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5CF91-5C4A-055B-AC50-49D992AB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8ECD1-BAFA-92AA-096A-A223402F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00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1A341-A06F-39F2-1D2C-9E332198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F5241-22DC-C3B7-17B9-854F9B3C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94F00E-1390-711E-F776-1999FE358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AD24ED-CD55-3260-6BC7-670D046A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5FD739-A791-6744-2F50-F5412E52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434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ABF4D-301F-ED4C-B4D4-569A7AD5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91E594-17A6-3081-B09A-224B197F8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BB4001-DC0F-B3AE-E434-4A2ADA3F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5B586-A99E-75CD-B452-C5391C1E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18706B-59E2-4800-CD11-15004E25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744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E09C3-1034-7CDB-581C-5596A8C1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FBC37B-C89E-9523-23EC-20E76A5B6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8A0CEE-7A2A-DC5B-D54E-A450EB978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86FB42-E2A2-605C-0CF1-4DE5FF49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C2988F-2176-B3F7-98F4-CAD22811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E4700D-71FA-651D-BB05-7EC40A31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36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E90AB-F0E6-4F3E-B2D7-E02C7F0A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E6A0AC-9830-502D-4E66-A975C1833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17E830-94B9-B235-D1ED-FE1CCD2F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44B296-0D76-33B9-4EA8-F92E4DBF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5FFFCDF-3B0E-4056-3A01-7176EE1F9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DD49720-4FD6-ADAB-8EC5-9A5AA031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DC4C5F-758E-CBB7-624B-C241558E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7BEE29-BFF4-5C3E-9655-AFB3384D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15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0D3AD-BF80-8B0C-4866-420B6837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41B21-7025-4521-BCF9-0FB38F44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33F60E-518A-966C-8916-A4AABE2B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A86D63-D323-4BC7-D6EF-461F9835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450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FD8BB3-FEE1-6841-E548-1F54CBD5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6F3CFB-4B4F-C689-0FD4-594ED4B5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0E1D76-8600-7A40-9267-3102AB05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4168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732F0-5876-186C-3AAB-622FE2C35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80F5AF-2BCE-CE8C-EC75-D8994E5F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DF8D6B-9563-B40A-37ED-2268F7E6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36A576-E5D3-B75D-98D4-86C5C28F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7E8B8C-DFDE-C60D-2128-E22666D5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BD4F2D-3746-C203-A2F5-7E910AAA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27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27F50-1709-FE8C-2EB7-4251BF13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5AA699-E6C3-2F31-9BC4-715149978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4C01BD-5DDD-A914-26EF-86CF330AD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64FB95-A21B-65BE-6A3A-FBF3ACF8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BB200-B165-A8F1-76E0-0B0C221E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50FE61-730F-2CE8-B9EE-4E3A5F22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615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73330-C44E-3F05-2929-56F43335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10CAC-4962-B958-F149-824C67033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33B045-815B-EFC6-0ECD-BACFD7D1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EC8B8-A27D-92E9-C2B3-0A657748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A429C1-0581-4158-6A62-404E70E7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31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0BF206-0151-36D5-5B1D-1448E1494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805E-1897-F4FC-E92A-E70453CEA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5200C8-C6FC-8005-B836-8479CB83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9D9E71-861F-1338-12C4-A2B8DADC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1E220B-B42A-EA7E-A9C9-24B1D368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110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D0A2E66-E629-7462-D6F8-06D76788F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BD9F42-FA3A-9D52-6A42-93DB968C4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AE5FDD-357F-EC13-0140-F4CE6F5B1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137D3-F344-477F-B384-D94F1F95FE8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2B00DE-630B-F723-8CEA-9DD72E74F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E9A7D0-FC7A-DC7D-6B4F-8CBD72A34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A6C11-994F-4466-97A9-133FF0502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92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EB385-9BD1-5752-EDB6-427F52A0A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415110-BC80-C1FF-1ACB-82F10F33D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5C6A68-42E2-6F4A-D8BF-F1FA48EF1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1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7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6069F-314A-7ABC-C838-5EAACF7C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9C8678E-0CAF-2A34-0EB2-4F932B7E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EF0E5AA-6096-D7BC-10D9-AFEAF17AD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0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A0D75-FD22-C848-120E-3F8ADEAD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204B6-4EE4-35A3-F5EF-C17E01A82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A922430-0532-B359-EE37-5B706792C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9521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E51C402-9E55-E64B-1CE3-B5FC9E12E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22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47689-1336-B80B-4E72-6881D825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95ADFB-10D8-AC1E-0597-AB9A67EDE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9A086D-5DDB-1479-F83D-33E96E087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3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B5A0C-2ECD-AC86-EF92-A081D84E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E4930-9A59-B883-9177-5828CDCA1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9D463C-09B3-CB9F-0612-FCCD329A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4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2AB18-76B1-48D6-B5AD-1904D221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66DDA-E624-92E0-1252-A247FB9D6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57D233-E453-3747-9EEF-ABB49BB48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5411"/>
            <a:ext cx="12192000" cy="418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55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A3C06A-0FC9-EEFC-FF65-DF57638DF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567" y="2437440"/>
            <a:ext cx="8592865" cy="167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0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ECE2DD-75EE-5248-C0B9-34D41DDC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45" y="1792942"/>
            <a:ext cx="10758909" cy="265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7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59EB59-B8D2-98F9-2A46-997377743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21694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994243C-EF8C-1C85-2665-6E82F4FC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9460"/>
            <a:ext cx="12192000" cy="27969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030260B-15F1-C77E-78D2-111F5865D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66448"/>
            <a:ext cx="12192000" cy="189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9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DD8228-A452-9554-88C0-93A309A52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7"/>
            <a:ext cx="7046258" cy="38024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639E52-CA2E-056E-E560-1271225E7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259" y="0"/>
            <a:ext cx="5145741" cy="38024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917121E-B862-0ECF-F26E-6560583D4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02417"/>
            <a:ext cx="7046258" cy="38024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27F0EE7-C0C3-A48B-7AFE-EC60C3E72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258" y="3802417"/>
            <a:ext cx="5145742" cy="380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2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193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</Words>
  <Application>Microsoft Office PowerPoint</Application>
  <PresentationFormat>Panorámica</PresentationFormat>
  <Paragraphs>2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Adrian Bajana Urina</dc:creator>
  <cp:lastModifiedBy>Michael Adrian Bajana Urina</cp:lastModifiedBy>
  <cp:revision>23</cp:revision>
  <dcterms:created xsi:type="dcterms:W3CDTF">2026-05-22T09:18:32Z</dcterms:created>
  <dcterms:modified xsi:type="dcterms:W3CDTF">2026-05-22T11:18:07Z</dcterms:modified>
</cp:coreProperties>
</file>